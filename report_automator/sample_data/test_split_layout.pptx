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6832" y="0"/>
            <a:ext cx="54864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Connecting Indonesia · 4G / 5G Network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02920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 Split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CCC"/>
                </a:solidFill>
                <a:latin typeface="Calibri"/>
              </a:rPr>
              <a:t>QA 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914400"/>
            <a:ext cx="41148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9601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▶  LAPORAN RESMI — INTERNAL USE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554480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60934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📅  Tanggal Laporan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4708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25 Mei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304288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35915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👤  Disusun Oleh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96896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054096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10896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🏢  Unit 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346703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QA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03904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8587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📊  Jenis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9651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Analisis Data Operasional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217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3333"/>
                </a:solidFill>
                <a:latin typeface="Calibri"/>
              </a:rPr>
              <a:t>RAHASIA — TIDAK UNTUK DISEBARLUASKAN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9304"/>
            <a:ext cx="6858000" cy="55778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325880"/>
            <a:ext cx="34747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353312"/>
            <a:ext cx="329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344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Poin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38528"/>
            <a:ext cx="34747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965960"/>
            <a:ext cx="329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568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Poin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14600"/>
            <a:ext cx="6858000" cy="55778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551176"/>
            <a:ext cx="34747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578608"/>
            <a:ext cx="329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5694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Poin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261872"/>
            <a:ext cx="457200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261872"/>
            <a:ext cx="45720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307592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RINGKASAN EKSEKUTIF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1984248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187451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Laporan ini merangkum performa
operasional jaringan Telkomsel.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734056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2624327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Data dianalisis secara otomatis
dari sumber CSV internal.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483863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3374135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Visualisasi grafik tersedia di
Slide 04.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4233672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412394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Tabel data lengkap tersedia di
Slide 03.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983480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87375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Gunakan laporan ini sebagai
dasar keputusan strategis.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Tabel Data Lengkap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Menampilkan baris 1–6 dari 6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298448"/>
          <a:ext cx="116403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0156"/>
                <a:gridCol w="5820156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BULAN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PENJUALAN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Mei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Visualisasi &amp; Analisis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7589520" cy="49834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46720" y="1261872"/>
            <a:ext cx="388620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61872"/>
            <a:ext cx="3886200" cy="4754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07592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INSIGHT &amp; ANALISIS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EE"/>
                </a:solidFill>
                <a:latin typeface="Calibri"/>
              </a:rPr>
              <a:t>Analisis otomatis.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5760720"/>
            <a:ext cx="3566160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09360"/>
            <a:ext cx="7589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6B7B8D"/>
                </a:solidFill>
                <a:latin typeface="Calibri"/>
              </a:rPr>
              <a:t>Gambar: Penjualan per Bulan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Chart Penjualan 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61288"/>
            <a:ext cx="7315200" cy="5376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161288"/>
            <a:ext cx="4873752" cy="5376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161288"/>
            <a:ext cx="4873752" cy="548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7808" y="1417320"/>
            <a:ext cx="512064" cy="5120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1435608"/>
            <a:ext cx="493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148840"/>
            <a:ext cx="4288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 Penjualan 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3337560"/>
            <a:ext cx="4288536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3493008"/>
            <a:ext cx="4288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D"/>
                </a:solidFill>
                <a:latin typeface="Calibri"/>
              </a:rPr>
              <a:t>Grafik ini menampilkan data penjualan Q1 2024. Terlihat bahwa bulan Maret mencapai puncak dengan nilai tertinggi.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89354"/>
            <a:ext cx="6912864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Perbandingan Regional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3752" y="1161288"/>
            <a:ext cx="7315200" cy="5376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161288"/>
            <a:ext cx="4873752" cy="5376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161288"/>
            <a:ext cx="4873752" cy="548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1417320"/>
            <a:ext cx="512064" cy="5120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1435608"/>
            <a:ext cx="493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2148840"/>
            <a:ext cx="4288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Perbandingan Regional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" y="3337560"/>
            <a:ext cx="4288536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3493008"/>
            <a:ext cx="4288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D"/>
                </a:solidFill>
                <a:latin typeface="Calibri"/>
              </a:rPr>
              <a:t>Perbandingan kinerja antar region menunjukkan bahwa Region Jawa mendominasi 65% revenue nasional.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89354"/>
            <a:ext cx="6912864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Tren Pelanggan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Split Layout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61288"/>
            <a:ext cx="7315200" cy="5376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161288"/>
            <a:ext cx="4873752" cy="5376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161288"/>
            <a:ext cx="4873752" cy="548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7808" y="1417320"/>
            <a:ext cx="512064" cy="51206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1435608"/>
            <a:ext cx="493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148840"/>
            <a:ext cx="4288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Tren Pelanggan Baru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3337560"/>
            <a:ext cx="4288536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3493008"/>
            <a:ext cx="4288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D"/>
                </a:solidFill>
                <a:latin typeface="Calibri"/>
              </a:rPr>
              <a:t>Pertumbuhan pelanggan baru meningkat 12% YoY di segmen prepaid usia 18-25 tahun.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89354"/>
            <a:ext cx="6912864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58968" y="0"/>
            <a:ext cx="64008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7432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412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Connecting Indonesia · 4G / 5G Network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38912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Terima kasih.
Laporan ini disusun secara otomatis menggunakan Report Automator berbasis data CSV operasional Telkomsel.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576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1">
                <a:solidFill>
                  <a:srgbClr val="FFC400"/>
                </a:solidFill>
                <a:latin typeface="Calibri"/>
              </a:rPr>
              <a:t>"Leading in Digital Connectivity"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FFCCCC"/>
                </a:solidFill>
                <a:latin typeface="Calibri"/>
              </a:rPr>
              <a:t>Dokumen ini bersifat RAHASIA. Hanya untuk keperluan internal PT. Telkomsel.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57200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Ringkasan Dokumen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05840"/>
            <a:ext cx="59436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234440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289304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Judul 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52704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Test Split Layout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039112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093976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Tanggal Dikeluarkan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3317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25 Mei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843784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898648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Disusun Oleh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136391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648456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370332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Diklasifikasikan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3941063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RAHASIA — INTERNAL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453128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450799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Dibuat Dengan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4745736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Telkomsel Report Automator v2.0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257800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5312664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Total Slide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55504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8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